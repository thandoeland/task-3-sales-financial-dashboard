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InteractiveSalesFinancialDashboardUsingTableau/SalesFinancial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D843C84-BF03-4A55-B2B4-59DFDA8C8AA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Interactive Sales Financial Dashboard Using Tableau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9EAF719-D4C2-4E61-89A1-AD977FAA605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7/2/2026 3:32:28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Financial Dashboard" id="2" name="slide2">
            <a:extLst>
              <a:ext uri="{FF2B5EF4-FFF2-40B4-BE49-F238E27FC236}">
                <a16:creationId xmlns:a16="http://schemas.microsoft.com/office/drawing/2014/main" id="{226FA637-DBDE-4129-9748-0B7297D3CC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210"/>
            <a:ext cx="12192000" cy="513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2026-07-02T15:32:28Z</dcterms:created>
  <dcterms:modified xsi:type="dcterms:W3CDTF">2026-07-02T15:32:28Z</dcterms:modified>
</cp:coreProperties>
</file>